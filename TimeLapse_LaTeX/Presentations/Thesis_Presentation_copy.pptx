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9" r:id="rId2"/>
    <p:sldId id="277" r:id="rId3"/>
    <p:sldId id="2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47E16-5708-48D7-AE56-7019803C0BB0}" v="1" dt="2026-08-11T17:26:55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er van Kooten" userId="94d3de208db0ed26" providerId="LiveId" clId="{07581446-8701-4607-8FE3-00E2674A62A6}"/>
    <pc:docChg chg="undo custSel addSld delSld modSld">
      <pc:chgData name="Conner van Kooten" userId="94d3de208db0ed26" providerId="LiveId" clId="{07581446-8701-4607-8FE3-00E2674A62A6}" dt="2026-08-11T17:28:02.896" v="56" actId="2890"/>
      <pc:docMkLst>
        <pc:docMk/>
      </pc:docMkLst>
      <pc:sldChg chg="del">
        <pc:chgData name="Conner van Kooten" userId="94d3de208db0ed26" providerId="LiveId" clId="{07581446-8701-4607-8FE3-00E2674A62A6}" dt="2026-08-11T17:25:01.313" v="0" actId="47"/>
        <pc:sldMkLst>
          <pc:docMk/>
          <pc:sldMk cId="2586136565" sldId="257"/>
        </pc:sldMkLst>
      </pc:sldChg>
      <pc:sldChg chg="del">
        <pc:chgData name="Conner van Kooten" userId="94d3de208db0ed26" providerId="LiveId" clId="{07581446-8701-4607-8FE3-00E2674A62A6}" dt="2026-08-11T17:25:04.529" v="8" actId="47"/>
        <pc:sldMkLst>
          <pc:docMk/>
          <pc:sldMk cId="0" sldId="259"/>
        </pc:sldMkLst>
      </pc:sldChg>
      <pc:sldChg chg="del">
        <pc:chgData name="Conner van Kooten" userId="94d3de208db0ed26" providerId="LiveId" clId="{07581446-8701-4607-8FE3-00E2674A62A6}" dt="2026-08-11T17:25:04.878" v="10" actId="47"/>
        <pc:sldMkLst>
          <pc:docMk/>
          <pc:sldMk cId="0" sldId="260"/>
        </pc:sldMkLst>
      </pc:sldChg>
      <pc:sldChg chg="del">
        <pc:chgData name="Conner van Kooten" userId="94d3de208db0ed26" providerId="LiveId" clId="{07581446-8701-4607-8FE3-00E2674A62A6}" dt="2026-08-11T17:25:05.062" v="11" actId="47"/>
        <pc:sldMkLst>
          <pc:docMk/>
          <pc:sldMk cId="1409156228" sldId="262"/>
        </pc:sldMkLst>
      </pc:sldChg>
      <pc:sldChg chg="del">
        <pc:chgData name="Conner van Kooten" userId="94d3de208db0ed26" providerId="LiveId" clId="{07581446-8701-4607-8FE3-00E2674A62A6}" dt="2026-08-11T17:25:06.979" v="19" actId="47"/>
        <pc:sldMkLst>
          <pc:docMk/>
          <pc:sldMk cId="2014016028" sldId="263"/>
        </pc:sldMkLst>
      </pc:sldChg>
      <pc:sldChg chg="del">
        <pc:chgData name="Conner van Kooten" userId="94d3de208db0ed26" providerId="LiveId" clId="{07581446-8701-4607-8FE3-00E2674A62A6}" dt="2026-08-11T17:25:07.412" v="20" actId="47"/>
        <pc:sldMkLst>
          <pc:docMk/>
          <pc:sldMk cId="2783548368" sldId="264"/>
        </pc:sldMkLst>
      </pc:sldChg>
      <pc:sldChg chg="del">
        <pc:chgData name="Conner van Kooten" userId="94d3de208db0ed26" providerId="LiveId" clId="{07581446-8701-4607-8FE3-00E2674A62A6}" dt="2026-08-11T17:25:07.665" v="21" actId="47"/>
        <pc:sldMkLst>
          <pc:docMk/>
          <pc:sldMk cId="1501623011" sldId="265"/>
        </pc:sldMkLst>
      </pc:sldChg>
      <pc:sldChg chg="del">
        <pc:chgData name="Conner van Kooten" userId="94d3de208db0ed26" providerId="LiveId" clId="{07581446-8701-4607-8FE3-00E2674A62A6}" dt="2026-08-11T17:25:10.813" v="28" actId="47"/>
        <pc:sldMkLst>
          <pc:docMk/>
          <pc:sldMk cId="1705680782" sldId="266"/>
        </pc:sldMkLst>
      </pc:sldChg>
      <pc:sldChg chg="del">
        <pc:chgData name="Conner van Kooten" userId="94d3de208db0ed26" providerId="LiveId" clId="{07581446-8701-4607-8FE3-00E2674A62A6}" dt="2026-08-11T17:25:08.513" v="22" actId="47"/>
        <pc:sldMkLst>
          <pc:docMk/>
          <pc:sldMk cId="3718615429" sldId="267"/>
        </pc:sldMkLst>
      </pc:sldChg>
      <pc:sldChg chg="del">
        <pc:chgData name="Conner van Kooten" userId="94d3de208db0ed26" providerId="LiveId" clId="{07581446-8701-4607-8FE3-00E2674A62A6}" dt="2026-08-11T17:25:09.762" v="24" actId="47"/>
        <pc:sldMkLst>
          <pc:docMk/>
          <pc:sldMk cId="4136866170" sldId="268"/>
        </pc:sldMkLst>
      </pc:sldChg>
      <pc:sldChg chg="del">
        <pc:chgData name="Conner van Kooten" userId="94d3de208db0ed26" providerId="LiveId" clId="{07581446-8701-4607-8FE3-00E2674A62A6}" dt="2026-08-11T17:25:10.329" v="27" actId="47"/>
        <pc:sldMkLst>
          <pc:docMk/>
          <pc:sldMk cId="4036102106" sldId="269"/>
        </pc:sldMkLst>
      </pc:sldChg>
      <pc:sldChg chg="del">
        <pc:chgData name="Conner van Kooten" userId="94d3de208db0ed26" providerId="LiveId" clId="{07581446-8701-4607-8FE3-00E2674A62A6}" dt="2026-08-11T17:25:10.136" v="26" actId="47"/>
        <pc:sldMkLst>
          <pc:docMk/>
          <pc:sldMk cId="528457830" sldId="270"/>
        </pc:sldMkLst>
      </pc:sldChg>
      <pc:sldChg chg="del">
        <pc:chgData name="Conner van Kooten" userId="94d3de208db0ed26" providerId="LiveId" clId="{07581446-8701-4607-8FE3-00E2674A62A6}" dt="2026-08-11T17:25:09.946" v="25" actId="47"/>
        <pc:sldMkLst>
          <pc:docMk/>
          <pc:sldMk cId="1545185594" sldId="271"/>
        </pc:sldMkLst>
      </pc:sldChg>
      <pc:sldChg chg="del">
        <pc:chgData name="Conner van Kooten" userId="94d3de208db0ed26" providerId="LiveId" clId="{07581446-8701-4607-8FE3-00E2674A62A6}" dt="2026-08-11T17:25:11.083" v="29" actId="47"/>
        <pc:sldMkLst>
          <pc:docMk/>
          <pc:sldMk cId="430953849" sldId="272"/>
        </pc:sldMkLst>
      </pc:sldChg>
      <pc:sldChg chg="del">
        <pc:chgData name="Conner van Kooten" userId="94d3de208db0ed26" providerId="LiveId" clId="{07581446-8701-4607-8FE3-00E2674A62A6}" dt="2026-08-11T17:25:11.313" v="30" actId="47"/>
        <pc:sldMkLst>
          <pc:docMk/>
          <pc:sldMk cId="348177239" sldId="273"/>
        </pc:sldMkLst>
      </pc:sldChg>
      <pc:sldChg chg="del">
        <pc:chgData name="Conner van Kooten" userId="94d3de208db0ed26" providerId="LiveId" clId="{07581446-8701-4607-8FE3-00E2674A62A6}" dt="2026-08-11T17:25:11.692" v="31" actId="47"/>
        <pc:sldMkLst>
          <pc:docMk/>
          <pc:sldMk cId="212903698" sldId="274"/>
        </pc:sldMkLst>
      </pc:sldChg>
      <pc:sldChg chg="del">
        <pc:chgData name="Conner van Kooten" userId="94d3de208db0ed26" providerId="LiveId" clId="{07581446-8701-4607-8FE3-00E2674A62A6}" dt="2026-08-11T17:25:12.213" v="32" actId="47"/>
        <pc:sldMkLst>
          <pc:docMk/>
          <pc:sldMk cId="908083853" sldId="275"/>
        </pc:sldMkLst>
      </pc:sldChg>
      <pc:sldChg chg="add del">
        <pc:chgData name="Conner van Kooten" userId="94d3de208db0ed26" providerId="LiveId" clId="{07581446-8701-4607-8FE3-00E2674A62A6}" dt="2026-08-11T17:25:17.279" v="35" actId="47"/>
        <pc:sldMkLst>
          <pc:docMk/>
          <pc:sldMk cId="3788899010" sldId="276"/>
        </pc:sldMkLst>
      </pc:sldChg>
      <pc:sldChg chg="addSp delSp modSp mod">
        <pc:chgData name="Conner van Kooten" userId="94d3de208db0ed26" providerId="LiveId" clId="{07581446-8701-4607-8FE3-00E2674A62A6}" dt="2026-08-11T17:28:00.512" v="55" actId="20577"/>
        <pc:sldMkLst>
          <pc:docMk/>
          <pc:sldMk cId="1318067205" sldId="277"/>
        </pc:sldMkLst>
        <pc:spChg chg="add del mod">
          <ac:chgData name="Conner van Kooten" userId="94d3de208db0ed26" providerId="LiveId" clId="{07581446-8701-4607-8FE3-00E2674A62A6}" dt="2026-08-11T17:25:41.938" v="42" actId="478"/>
          <ac:spMkLst>
            <pc:docMk/>
            <pc:sldMk cId="1318067205" sldId="277"/>
            <ac:spMk id="2" creationId="{A2FE1BFC-B341-2B43-37A4-44A160BC1EE3}"/>
          </ac:spMkLst>
        </pc:spChg>
        <pc:spChg chg="del">
          <ac:chgData name="Conner van Kooten" userId="94d3de208db0ed26" providerId="LiveId" clId="{07581446-8701-4607-8FE3-00E2674A62A6}" dt="2026-08-11T17:25:40.929" v="41" actId="478"/>
          <ac:spMkLst>
            <pc:docMk/>
            <pc:sldMk cId="1318067205" sldId="277"/>
            <ac:spMk id="3" creationId="{DEA57FC4-2537-318A-4479-60921F70410D}"/>
          </ac:spMkLst>
        </pc:spChg>
        <pc:spChg chg="del mod">
          <ac:chgData name="Conner van Kooten" userId="94d3de208db0ed26" providerId="LiveId" clId="{07581446-8701-4607-8FE3-00E2674A62A6}" dt="2026-08-11T17:26:48.362" v="48" actId="478"/>
          <ac:spMkLst>
            <pc:docMk/>
            <pc:sldMk cId="1318067205" sldId="277"/>
            <ac:spMk id="4" creationId="{3C19226F-ACA5-15E2-ED38-4534165E8535}"/>
          </ac:spMkLst>
        </pc:spChg>
        <pc:spChg chg="add del mod">
          <ac:chgData name="Conner van Kooten" userId="94d3de208db0ed26" providerId="LiveId" clId="{07581446-8701-4607-8FE3-00E2674A62A6}" dt="2026-08-11T17:25:38.570" v="39" actId="22"/>
          <ac:spMkLst>
            <pc:docMk/>
            <pc:sldMk cId="1318067205" sldId="277"/>
            <ac:spMk id="8" creationId="{00DBC2EA-CCB2-B203-6F9C-DB4DC06BB7FD}"/>
          </ac:spMkLst>
        </pc:spChg>
        <pc:spChg chg="add mod">
          <ac:chgData name="Conner van Kooten" userId="94d3de208db0ed26" providerId="LiveId" clId="{07581446-8701-4607-8FE3-00E2674A62A6}" dt="2026-08-11T17:28:00.512" v="55" actId="20577"/>
          <ac:spMkLst>
            <pc:docMk/>
            <pc:sldMk cId="1318067205" sldId="277"/>
            <ac:spMk id="10" creationId="{5FC9DF6A-F62E-8C8E-94EC-EAE2F632E12E}"/>
          </ac:spMkLst>
        </pc:spChg>
        <pc:spChg chg="add mod">
          <ac:chgData name="Conner van Kooten" userId="94d3de208db0ed26" providerId="LiveId" clId="{07581446-8701-4607-8FE3-00E2674A62A6}" dt="2026-08-11T17:26:14.646" v="46" actId="1076"/>
          <ac:spMkLst>
            <pc:docMk/>
            <pc:sldMk cId="1318067205" sldId="277"/>
            <ac:spMk id="12" creationId="{FB080C73-FEE3-FFE1-BEA6-6E7E4D24E921}"/>
          </ac:spMkLst>
        </pc:spChg>
        <pc:spChg chg="add del">
          <ac:chgData name="Conner van Kooten" userId="94d3de208db0ed26" providerId="LiveId" clId="{07581446-8701-4607-8FE3-00E2674A62A6}" dt="2026-08-11T17:26:49.245" v="50" actId="22"/>
          <ac:spMkLst>
            <pc:docMk/>
            <pc:sldMk cId="1318067205" sldId="277"/>
            <ac:spMk id="14" creationId="{D0F197D4-B409-122F-1A46-BBB8F6F97ED6}"/>
          </ac:spMkLst>
        </pc:spChg>
        <pc:spChg chg="add mod">
          <ac:chgData name="Conner van Kooten" userId="94d3de208db0ed26" providerId="LiveId" clId="{07581446-8701-4607-8FE3-00E2674A62A6}" dt="2026-08-11T17:26:55.285" v="51"/>
          <ac:spMkLst>
            <pc:docMk/>
            <pc:sldMk cId="1318067205" sldId="277"/>
            <ac:spMk id="15" creationId="{E31BC666-2A1F-DF99-5EF7-0D130139DC84}"/>
          </ac:spMkLst>
        </pc:spChg>
      </pc:sldChg>
      <pc:sldChg chg="add">
        <pc:chgData name="Conner van Kooten" userId="94d3de208db0ed26" providerId="LiveId" clId="{07581446-8701-4607-8FE3-00E2674A62A6}" dt="2026-08-11T17:28:02.896" v="56" actId="2890"/>
        <pc:sldMkLst>
          <pc:docMk/>
          <pc:sldMk cId="2414736707" sldId="280"/>
        </pc:sldMkLst>
      </pc:sldChg>
      <pc:sldChg chg="del">
        <pc:chgData name="Conner van Kooten" userId="94d3de208db0ed26" providerId="LiveId" clId="{07581446-8701-4607-8FE3-00E2674A62A6}" dt="2026-08-11T17:25:01.629" v="1" actId="47"/>
        <pc:sldMkLst>
          <pc:docMk/>
          <pc:sldMk cId="2956383708" sldId="280"/>
        </pc:sldMkLst>
      </pc:sldChg>
      <pc:sldChg chg="del">
        <pc:chgData name="Conner van Kooten" userId="94d3de208db0ed26" providerId="LiveId" clId="{07581446-8701-4607-8FE3-00E2674A62A6}" dt="2026-08-11T17:25:09.631" v="23" actId="47"/>
        <pc:sldMkLst>
          <pc:docMk/>
          <pc:sldMk cId="2512700854" sldId="282"/>
        </pc:sldMkLst>
      </pc:sldChg>
      <pc:sldChg chg="del">
        <pc:chgData name="Conner van Kooten" userId="94d3de208db0ed26" providerId="LiveId" clId="{07581446-8701-4607-8FE3-00E2674A62A6}" dt="2026-08-11T17:25:02.362" v="4" actId="47"/>
        <pc:sldMkLst>
          <pc:docMk/>
          <pc:sldMk cId="3858048713" sldId="283"/>
        </pc:sldMkLst>
      </pc:sldChg>
      <pc:sldChg chg="del">
        <pc:chgData name="Conner van Kooten" userId="94d3de208db0ed26" providerId="LiveId" clId="{07581446-8701-4607-8FE3-00E2674A62A6}" dt="2026-08-11T17:25:02.712" v="5" actId="47"/>
        <pc:sldMkLst>
          <pc:docMk/>
          <pc:sldMk cId="3623831709" sldId="285"/>
        </pc:sldMkLst>
      </pc:sldChg>
      <pc:sldChg chg="del">
        <pc:chgData name="Conner van Kooten" userId="94d3de208db0ed26" providerId="LiveId" clId="{07581446-8701-4607-8FE3-00E2674A62A6}" dt="2026-08-11T17:25:01.846" v="2" actId="47"/>
        <pc:sldMkLst>
          <pc:docMk/>
          <pc:sldMk cId="2431102315" sldId="286"/>
        </pc:sldMkLst>
      </pc:sldChg>
      <pc:sldChg chg="del">
        <pc:chgData name="Conner van Kooten" userId="94d3de208db0ed26" providerId="LiveId" clId="{07581446-8701-4607-8FE3-00E2674A62A6}" dt="2026-08-11T17:25:04.096" v="6" actId="47"/>
        <pc:sldMkLst>
          <pc:docMk/>
          <pc:sldMk cId="495760978" sldId="287"/>
        </pc:sldMkLst>
      </pc:sldChg>
      <pc:sldChg chg="del">
        <pc:chgData name="Conner van Kooten" userId="94d3de208db0ed26" providerId="LiveId" clId="{07581446-8701-4607-8FE3-00E2674A62A6}" dt="2026-08-11T17:25:04.712" v="9" actId="47"/>
        <pc:sldMkLst>
          <pc:docMk/>
          <pc:sldMk cId="382594306" sldId="288"/>
        </pc:sldMkLst>
      </pc:sldChg>
      <pc:sldChg chg="del">
        <pc:chgData name="Conner van Kooten" userId="94d3de208db0ed26" providerId="LiveId" clId="{07581446-8701-4607-8FE3-00E2674A62A6}" dt="2026-08-11T17:25:02.095" v="3" actId="47"/>
        <pc:sldMkLst>
          <pc:docMk/>
          <pc:sldMk cId="61825005" sldId="289"/>
        </pc:sldMkLst>
      </pc:sldChg>
      <pc:sldChg chg="del">
        <pc:chgData name="Conner van Kooten" userId="94d3de208db0ed26" providerId="LiveId" clId="{07581446-8701-4607-8FE3-00E2674A62A6}" dt="2026-08-11T17:25:05.629" v="13" actId="47"/>
        <pc:sldMkLst>
          <pc:docMk/>
          <pc:sldMk cId="3481798098" sldId="290"/>
        </pc:sldMkLst>
      </pc:sldChg>
      <pc:sldChg chg="del">
        <pc:chgData name="Conner van Kooten" userId="94d3de208db0ed26" providerId="LiveId" clId="{07581446-8701-4607-8FE3-00E2674A62A6}" dt="2026-08-11T17:25:05.862" v="14" actId="47"/>
        <pc:sldMkLst>
          <pc:docMk/>
          <pc:sldMk cId="1387225225" sldId="291"/>
        </pc:sldMkLst>
      </pc:sldChg>
      <pc:sldChg chg="del">
        <pc:chgData name="Conner van Kooten" userId="94d3de208db0ed26" providerId="LiveId" clId="{07581446-8701-4607-8FE3-00E2674A62A6}" dt="2026-08-11T17:25:06.196" v="16" actId="47"/>
        <pc:sldMkLst>
          <pc:docMk/>
          <pc:sldMk cId="1214682688" sldId="292"/>
        </pc:sldMkLst>
      </pc:sldChg>
      <pc:sldChg chg="del">
        <pc:chgData name="Conner van Kooten" userId="94d3de208db0ed26" providerId="LiveId" clId="{07581446-8701-4607-8FE3-00E2674A62A6}" dt="2026-08-11T17:25:05.979" v="15" actId="47"/>
        <pc:sldMkLst>
          <pc:docMk/>
          <pc:sldMk cId="3187390805" sldId="293"/>
        </pc:sldMkLst>
      </pc:sldChg>
      <pc:sldChg chg="del">
        <pc:chgData name="Conner van Kooten" userId="94d3de208db0ed26" providerId="LiveId" clId="{07581446-8701-4607-8FE3-00E2674A62A6}" dt="2026-08-11T17:25:04.329" v="7" actId="47"/>
        <pc:sldMkLst>
          <pc:docMk/>
          <pc:sldMk cId="2429119347" sldId="294"/>
        </pc:sldMkLst>
      </pc:sldChg>
      <pc:sldChg chg="del">
        <pc:chgData name="Conner van Kooten" userId="94d3de208db0ed26" providerId="LiveId" clId="{07581446-8701-4607-8FE3-00E2674A62A6}" dt="2026-08-11T17:25:05.329" v="12" actId="47"/>
        <pc:sldMkLst>
          <pc:docMk/>
          <pc:sldMk cId="3059230701" sldId="295"/>
        </pc:sldMkLst>
      </pc:sldChg>
      <pc:sldChg chg="del">
        <pc:chgData name="Conner van Kooten" userId="94d3de208db0ed26" providerId="LiveId" clId="{07581446-8701-4607-8FE3-00E2674A62A6}" dt="2026-08-11T17:25:06.412" v="17" actId="47"/>
        <pc:sldMkLst>
          <pc:docMk/>
          <pc:sldMk cId="2415341074" sldId="296"/>
        </pc:sldMkLst>
      </pc:sldChg>
      <pc:sldChg chg="del">
        <pc:chgData name="Conner van Kooten" userId="94d3de208db0ed26" providerId="LiveId" clId="{07581446-8701-4607-8FE3-00E2674A62A6}" dt="2026-08-11T17:25:06.696" v="18" actId="47"/>
        <pc:sldMkLst>
          <pc:docMk/>
          <pc:sldMk cId="1342931059" sldId="2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F09523-6126-16D8-F4D0-8B91F3ABC2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C77A5-4D3A-61A9-17C6-CB05B5E1F3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2C8F6-D90B-4F56-8E09-8EEC124775FF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C742D-9886-4147-6BAB-D5044F01C3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774F7-51BF-D9D7-968A-BB7B5AF358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D7864-5561-437B-AC02-84A5547EDD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041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F5580-677F-48F6-9CD7-EF35F1E1D7C8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E89A0-FA38-4749-AA4C-04F799D97F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9255-9275-2D44-BA94-4B819F6AE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19D16-3B2D-E502-E2D3-C90FF5E3D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87E51-6380-4C55-F023-2C8D86373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6B8D-E682-4FCE-9B77-4A39309063AB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D9187-015A-4CCD-E2CC-5BD66461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A2BCD-DE96-728D-4652-8B9D8E66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65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4468-6F76-7D8C-9D76-7FE2D5E9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22CE-0131-5F17-550E-9A3BD9B52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3C4E-F1B8-BF30-80D8-1A21AAEC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1857"/>
            <a:ext cx="2743200" cy="365125"/>
          </a:xfrm>
        </p:spPr>
        <p:txBody>
          <a:bodyPr/>
          <a:lstStyle/>
          <a:p>
            <a:fld id="{716B623F-86AB-48DB-BF34-E4DBBDD121C5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107F-5B8D-FEF7-9E19-F85324FB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1857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AEFE-A2D5-0A30-6B8E-3E452AC6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1855"/>
            <a:ext cx="2743200" cy="365125"/>
          </a:xfrm>
        </p:spPr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02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106D-79B1-31BC-26B0-A94E6C48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FED0A-A888-1878-2596-4C8E7501D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A6198-E8FB-6123-B94E-08D4A9C2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9CD1-B254-4118-868E-31FC48017F13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E43A-8700-147C-A62F-21BBD78C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40558-A822-C2E1-F7EA-23180AE2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70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A7A7-3FF2-F77A-2A3A-E4E22F3D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71AB4-7572-69AB-0C44-5D630E3E6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1C6CB-B675-E548-9CD3-ABF397FAE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59D30-328D-539D-1D98-203CDF2B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362-9703-4343-8C9A-5E60CBFB9678}" type="datetime1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342EF-FC84-E402-1DFE-05429467B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E1304-F607-B604-AECF-FF71439B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81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8E29-B312-BB74-B259-54040037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593D2-9EE4-4023-331E-EB9F3F8E3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CAEF2-F939-16E7-5CCB-A2B7A5F67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984A2-2D46-30E7-3658-1809832E1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0917C-8855-82BA-AA3C-45186F4C5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9C2A2-8BFE-7F07-485D-CF2A8BC9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336AD-45EF-4223-B054-97778CD6727C}" type="datetime1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F89C7C-09C8-0726-5CA4-9FF7CF9B1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05D6B-F192-EA67-ED16-DA9DA08B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31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BE61-AD5E-3EDD-F3C9-40AEF35D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001E5-9F03-32F1-AE26-92F377D2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81F0-2CF6-46DE-B39E-8F7756A61EFB}" type="datetime1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D8AE2-D032-DFCA-ECF1-04518FE0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397A1-D45D-2635-081E-87B2F73C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37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CF8EB-B52E-61F3-0F96-E6E1C34E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9622-EC59-4429-9F8E-E5AABBAAD80E}" type="datetime1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CB2E3-A471-9233-58EC-24089A6E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DAC6-41FC-6C64-9113-3E0E0F6C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95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B6F2-A0F6-65B5-71E5-47E13FFA0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831C-3602-D4FD-432E-1F16D65E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33BAB-90EF-96CF-210E-04564815E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0947D-1744-F3C6-93F5-7C3C5294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792D-5CEF-4192-9A49-D9EA5CDBEC05}" type="datetime1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E8939-6D4F-56A5-E7C4-C69F1F21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7FC82-74D2-5AA1-5563-DFB59A00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61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61EA-6994-7D98-5372-16860626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67FEF-7465-0872-E8FC-1E9E59A05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9B9F9-1561-451B-B524-1B7108669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1E9B2-B374-5105-A197-2A014BC0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8753-442B-4BAA-9FA4-1B35B8C2F6CF}" type="datetime1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1C5A1-631E-43AA-6C9B-979863B4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23156-F818-CAA2-E79A-DAB9A549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13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27AB-622E-17EF-AC8E-6A9A40A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16EBF-CB16-9884-A977-94443B456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44A0C-0CB1-FD91-FB88-C46A24CC4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CA6C-4CEF-46B3-86C9-9E0A7A79DD0A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7912-8E77-C4DF-E74F-3517781B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2273A-42F9-C36F-74BB-BDBF0E36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BA973-81D3-DC44-647F-398F678C2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8B8A5-6DF1-B0CB-2560-19CA499AD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50C86-AB36-8A6B-4B31-093EFB93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9BAE2-7BD7-4713-81D9-962AFA2184C9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0FC13-D211-FF10-FD0C-7C37D0FA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A08D4-51AC-9FC3-FCA2-400CF12E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80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D58E8-E34D-26B6-5379-4B69EC54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7F043-729F-AFC3-FBB8-35395A230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81AA-569C-C76C-9DF6-C4A0651FC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86466-E77A-495B-8BE5-4DBC207CFE55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4E43F-BC00-7882-BEAB-9EA6895A5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2478B-6E34-92A6-833F-80BA22A28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1DB0B08-ACE1-4105-9AD8-06D1BB2E644F}" type="slidenum">
              <a:rPr lang="en-GB" smtClean="0"/>
              <a:pPr/>
              <a:t>‹#›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8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D754-08CE-B8F6-3AA9-ECC930BB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7D3E8-210B-9860-1DE7-2D130AF4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1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3D407E9-ADF3-C3F6-C335-9D5A05E58F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8598" y="1090612"/>
            <a:ext cx="4114800" cy="7345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56E5E1-61A0-3C99-EC80-4DC1FC5D40A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36" y="6176994"/>
            <a:ext cx="1538325" cy="6097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3D44A4-70F9-7D8C-260D-005B9E76DF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38" y="6338887"/>
            <a:ext cx="1763323" cy="4784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D6C62A-B62B-4003-F2CA-AE4D7D7DE0A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936" y="6382019"/>
            <a:ext cx="2353312" cy="3922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7FEF83-C792-BC47-1D71-4A1F50FA2356}"/>
              </a:ext>
            </a:extLst>
          </p:cNvPr>
          <p:cNvSpPr txBox="1"/>
          <p:nvPr/>
        </p:nvSpPr>
        <p:spPr>
          <a:xfrm>
            <a:off x="1490660" y="2228671"/>
            <a:ext cx="9210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Sensing the Invisible: </a:t>
            </a:r>
          </a:p>
          <a:p>
            <a:pPr algn="ctr"/>
            <a:r>
              <a:rPr lang="en-GB" sz="2400" b="1" dirty="0"/>
              <a:t>Time-lapse Imaging of</a:t>
            </a:r>
            <a:r>
              <a:rPr lang="en-GB" sz="3600" b="1" dirty="0"/>
              <a:t> </a:t>
            </a:r>
            <a:r>
              <a:rPr lang="en-GB" sz="2400" b="1" dirty="0"/>
              <a:t>Sub-wavelength Processes </a:t>
            </a:r>
          </a:p>
          <a:p>
            <a:pPr algn="ctr"/>
            <a:r>
              <a:rPr lang="en-GB" sz="2400" b="1" dirty="0"/>
              <a:t>using Ground Penetrating Radar</a:t>
            </a:r>
          </a:p>
          <a:p>
            <a:pPr algn="ctr"/>
            <a:endParaRPr lang="en-GB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F2487D-92A4-92FD-0406-9A433C771A26}"/>
              </a:ext>
            </a:extLst>
          </p:cNvPr>
          <p:cNvSpPr txBox="1"/>
          <p:nvPr/>
        </p:nvSpPr>
        <p:spPr>
          <a:xfrm>
            <a:off x="3047997" y="40177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0" i="0" dirty="0">
                <a:effectLst/>
              </a:rPr>
              <a:t>MSc Thesis </a:t>
            </a:r>
            <a:r>
              <a:rPr lang="en-GB" sz="1600" b="0" i="0" dirty="0" err="1">
                <a:effectLst/>
              </a:rPr>
              <a:t>Defense</a:t>
            </a:r>
            <a:endParaRPr lang="en-GB" sz="1600" b="0" i="0" dirty="0">
              <a:effectLst/>
            </a:endParaRPr>
          </a:p>
          <a:p>
            <a:pPr algn="ctr"/>
            <a:endParaRPr lang="en-GB" sz="1600" b="0" i="0" dirty="0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32A52B-532C-5005-C6CD-96525662DC07}"/>
              </a:ext>
            </a:extLst>
          </p:cNvPr>
          <p:cNvSpPr txBox="1"/>
          <p:nvPr/>
        </p:nvSpPr>
        <p:spPr>
          <a:xfrm>
            <a:off x="3047997" y="4388187"/>
            <a:ext cx="6096000" cy="107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600" b="0" i="0" dirty="0">
                <a:effectLst/>
              </a:rPr>
              <a:t>Conner Marcus van Kooten</a:t>
            </a:r>
            <a:br>
              <a:rPr lang="en-GB" sz="2400" b="0" i="0" dirty="0">
                <a:effectLst/>
              </a:rPr>
            </a:br>
            <a:r>
              <a:rPr lang="en-GB" sz="1400" b="0" i="0" dirty="0">
                <a:effectLst/>
              </a:rPr>
              <a:t>Supervisors: Dr. Alexis Shakas, Dr. Johannes Aichele</a:t>
            </a:r>
            <a:br>
              <a:rPr lang="en-GB" sz="2400" b="0" i="0" dirty="0">
                <a:effectLst/>
              </a:rPr>
            </a:br>
            <a:r>
              <a:rPr lang="en-GB" sz="1400" b="0" i="0" dirty="0">
                <a:effectLst/>
              </a:rPr>
              <a:t>Committee: Dr. Joeri </a:t>
            </a:r>
            <a:r>
              <a:rPr lang="en-GB" sz="1400" b="0" i="0" dirty="0" err="1">
                <a:effectLst/>
              </a:rPr>
              <a:t>Brackenhoff</a:t>
            </a:r>
            <a:endParaRPr lang="en-GB" sz="3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AC5F91-6FB2-2445-DF22-7E3A136C6FF5}"/>
              </a:ext>
            </a:extLst>
          </p:cNvPr>
          <p:cNvSpPr txBox="1"/>
          <p:nvPr/>
        </p:nvSpPr>
        <p:spPr>
          <a:xfrm>
            <a:off x="5595937" y="5619189"/>
            <a:ext cx="1000125" cy="219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24" b="0" i="0" dirty="0">
                <a:effectLst/>
                <a:latin typeface="Arial" panose="020B0604020202020204" pitchFamily="34" charset="0"/>
              </a:rPr>
              <a:t>17 August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6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B486-A96A-6C05-08DA-54B2B286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9CDA0D-4604-6A3F-11D4-C475049C6B71}"/>
              </a:ext>
            </a:extLst>
          </p:cNvPr>
          <p:cNvSpPr/>
          <p:nvPr/>
        </p:nvSpPr>
        <p:spPr>
          <a:xfrm>
            <a:off x="0" y="6481855"/>
            <a:ext cx="12192000" cy="37614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4F3A2-5279-03FB-0A5A-01655AC1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2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C9DF6A-F62E-8C8E-94EC-EAE2F632E12E}"/>
              </a:ext>
            </a:extLst>
          </p:cNvPr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3200" b="1" i="0" dirty="0">
                <a:solidFill>
                  <a:srgbClr val="00B0F0"/>
                </a:solidFill>
                <a:latin typeface="Arial"/>
              </a:rPr>
              <a:t>Test</a:t>
            </a:r>
            <a:endParaRPr sz="3200" b="1" i="0" dirty="0">
              <a:solidFill>
                <a:srgbClr val="00B0F0"/>
              </a:solidFill>
              <a:latin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080C73-FEE3-FFE1-BEA6-6E7E4D24E921}"/>
              </a:ext>
            </a:extLst>
          </p:cNvPr>
          <p:cNvSpPr/>
          <p:nvPr/>
        </p:nvSpPr>
        <p:spPr>
          <a:xfrm>
            <a:off x="566928" y="996696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31BC666-2A1F-DF99-5EF7-0D130139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1857"/>
            <a:ext cx="4114800" cy="365125"/>
          </a:xfrm>
        </p:spPr>
        <p:txBody>
          <a:bodyPr/>
          <a:lstStyle/>
          <a:p>
            <a:r>
              <a:rPr lang="en-GB" b="1" dirty="0"/>
              <a:t>Resolution Problems in GPR</a:t>
            </a:r>
          </a:p>
        </p:txBody>
      </p:sp>
    </p:spTree>
    <p:extLst>
      <p:ext uri="{BB962C8B-B14F-4D97-AF65-F5344CB8AC3E}">
        <p14:creationId xmlns:p14="http://schemas.microsoft.com/office/powerpoint/2010/main" val="131806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7E99-3978-E368-AE01-FAFD1B3A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2BE649-6073-4A17-B4B8-D2F004E55624}"/>
              </a:ext>
            </a:extLst>
          </p:cNvPr>
          <p:cNvSpPr/>
          <p:nvPr/>
        </p:nvSpPr>
        <p:spPr>
          <a:xfrm>
            <a:off x="0" y="6481855"/>
            <a:ext cx="12192000" cy="37614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5C653-CE60-639A-E4DA-0D520353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0B08-ACE1-4105-9AD8-06D1BB2E644F}" type="slidenum">
              <a:rPr lang="en-GB" smtClean="0"/>
              <a:t>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1BD9B-724A-2BB6-5A9F-77F745ACAE56}"/>
              </a:ext>
            </a:extLst>
          </p:cNvPr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3200" b="1" i="0" dirty="0">
                <a:solidFill>
                  <a:srgbClr val="00B0F0"/>
                </a:solidFill>
                <a:latin typeface="Arial"/>
              </a:rPr>
              <a:t>Test</a:t>
            </a:r>
            <a:endParaRPr sz="3200" b="1" i="0" dirty="0">
              <a:solidFill>
                <a:srgbClr val="00B0F0"/>
              </a:solidFill>
              <a:latin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951EF-D629-F87A-01FD-2F6FC45DC3CB}"/>
              </a:ext>
            </a:extLst>
          </p:cNvPr>
          <p:cNvSpPr/>
          <p:nvPr/>
        </p:nvSpPr>
        <p:spPr>
          <a:xfrm>
            <a:off x="566928" y="996696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144AB9-8F5B-CD56-36C6-E38E5951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1857"/>
            <a:ext cx="4114800" cy="365125"/>
          </a:xfrm>
        </p:spPr>
        <p:txBody>
          <a:bodyPr/>
          <a:lstStyle/>
          <a:p>
            <a:r>
              <a:rPr lang="en-GB" b="1" dirty="0"/>
              <a:t>Resolution Problems in GPR</a:t>
            </a:r>
          </a:p>
        </p:txBody>
      </p:sp>
    </p:spTree>
    <p:extLst>
      <p:ext uri="{BB962C8B-B14F-4D97-AF65-F5344CB8AC3E}">
        <p14:creationId xmlns:p14="http://schemas.microsoft.com/office/powerpoint/2010/main" val="241473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55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Conner van Kooten</dc:creator>
  <cp:lastModifiedBy>Conner van Kooten</cp:lastModifiedBy>
  <cp:revision>3</cp:revision>
  <dcterms:created xsi:type="dcterms:W3CDTF">2026-08-06T12:06:20Z</dcterms:created>
  <dcterms:modified xsi:type="dcterms:W3CDTF">2026-08-11T17:28:08Z</dcterms:modified>
</cp:coreProperties>
</file>